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9" r:id="rId3"/>
    <p:sldId id="256" r:id="rId4"/>
    <p:sldId id="257" r:id="rId5"/>
    <p:sldId id="258" r:id="rId6"/>
    <p:sldId id="260" r:id="rId7"/>
    <p:sldId id="261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25-Mar-26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6400" y="381000"/>
            <a:ext cx="60420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SQL Sales Data Cleaning Project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762000" y="1295400"/>
            <a:ext cx="7620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/>
              <a:t>Objective: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To clean and standardize raw sales data for accurate analysis and reporting.</a:t>
            </a:r>
          </a:p>
          <a:p>
            <a:endParaRPr lang="en-US" sz="1600" dirty="0" smtClean="0"/>
          </a:p>
          <a:p>
            <a:r>
              <a:rPr lang="en-US" sz="1600" b="1" dirty="0" smtClean="0"/>
              <a:t>Tools Used: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SQL</a:t>
            </a:r>
          </a:p>
          <a:p>
            <a:endParaRPr lang="en-US" sz="1600" dirty="0" smtClean="0"/>
          </a:p>
          <a:p>
            <a:r>
              <a:rPr lang="en-US" sz="1600" b="1" dirty="0" smtClean="0"/>
              <a:t>Dataset: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Raw sales dataset containing inconsistent formats, missing values, and data quality issues.</a:t>
            </a:r>
          </a:p>
          <a:p>
            <a:endParaRPr lang="en-US" sz="1600" dirty="0" smtClean="0"/>
          </a:p>
          <a:p>
            <a:r>
              <a:rPr lang="en-US" sz="1600" b="1" dirty="0" smtClean="0"/>
              <a:t>Key Tasks Performed:</a:t>
            </a:r>
            <a:endParaRPr lang="en-US" sz="1600" dirty="0" smtClean="0"/>
          </a:p>
          <a:p>
            <a:r>
              <a:rPr lang="en-US" sz="1600" dirty="0" smtClean="0"/>
              <a:t>Removed extra spaces and special characters</a:t>
            </a:r>
          </a:p>
          <a:p>
            <a:r>
              <a:rPr lang="en-US" sz="1600" dirty="0" smtClean="0"/>
              <a:t>Handled missing (NULL) values</a:t>
            </a:r>
          </a:p>
          <a:p>
            <a:r>
              <a:rPr lang="en-US" sz="1600" dirty="0" smtClean="0"/>
              <a:t>Standardized date and status formats</a:t>
            </a:r>
          </a:p>
          <a:p>
            <a:r>
              <a:rPr lang="en-US" sz="1600" dirty="0" smtClean="0"/>
              <a:t>Cleaned currency values and converted to numeric</a:t>
            </a:r>
          </a:p>
          <a:p>
            <a:r>
              <a:rPr lang="en-US" sz="1600" dirty="0" smtClean="0"/>
              <a:t>Validated data for accuracy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457200"/>
            <a:ext cx="701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Question 1 :</a:t>
            </a:r>
          </a:p>
          <a:p>
            <a:pPr algn="ctr"/>
            <a:endParaRPr lang="en-US" b="1" dirty="0" smtClean="0"/>
          </a:p>
          <a:p>
            <a:pPr algn="ctr"/>
            <a:r>
              <a:rPr lang="en-US" dirty="0" smtClean="0"/>
              <a:t>How to create a backup copy of the original dataset before performing data cleaning?</a:t>
            </a:r>
            <a:endParaRPr lang="en-US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905000"/>
            <a:ext cx="6096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33400" y="42672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smtClean="0"/>
              <a:t> Created </a:t>
            </a:r>
            <a:r>
              <a:rPr lang="en-US" dirty="0" smtClean="0"/>
              <a:t>a backup table to keep original data safe before starting data cleaning.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200" y="457200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Question 2 :</a:t>
            </a:r>
          </a:p>
          <a:p>
            <a:pPr algn="ctr"/>
            <a:endParaRPr lang="en-US" b="1" dirty="0" smtClean="0"/>
          </a:p>
          <a:p>
            <a:pPr algn="ctr"/>
            <a:r>
              <a:rPr lang="en-US" b="1" dirty="0" smtClean="0"/>
              <a:t>Are there any duplicate Order IDs in the dataset?</a:t>
            </a:r>
            <a:endParaRPr lang="en-US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4419600"/>
            <a:ext cx="4343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990600" y="5410200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  There are no duplicate Order ID in given dataset.</a:t>
            </a:r>
            <a:endParaRPr lang="en-US" b="1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676400"/>
            <a:ext cx="69342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457200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Question 3 :</a:t>
            </a:r>
          </a:p>
          <a:p>
            <a:pPr algn="ctr"/>
            <a:endParaRPr lang="en-US" b="1" dirty="0" smtClean="0"/>
          </a:p>
          <a:p>
            <a:pPr algn="ctr"/>
            <a:r>
              <a:rPr lang="en-US" dirty="0" smtClean="0"/>
              <a:t>How to remove “Extra spaces” and “special characters” from Data?</a:t>
            </a:r>
            <a:endParaRPr lang="en-US" b="1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057400"/>
            <a:ext cx="6172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457200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Question 4 :</a:t>
            </a:r>
          </a:p>
          <a:p>
            <a:pPr algn="ctr"/>
            <a:endParaRPr lang="en-US" b="1" dirty="0" smtClean="0"/>
          </a:p>
          <a:p>
            <a:pPr algn="ctr"/>
            <a:r>
              <a:rPr lang="en-US" dirty="0" smtClean="0"/>
              <a:t>How to handle missing values in Quantity column?</a:t>
            </a:r>
            <a:endParaRPr lang="en-US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905000"/>
            <a:ext cx="7086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800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Question 5 :</a:t>
            </a:r>
          </a:p>
          <a:p>
            <a:pPr algn="ctr"/>
            <a:endParaRPr lang="en-US" b="1" dirty="0" smtClean="0"/>
          </a:p>
          <a:p>
            <a:pPr algn="ctr"/>
            <a:r>
              <a:rPr lang="en-US" dirty="0" smtClean="0"/>
              <a:t>How to standardize inconsistent Order Status, Category, Product values?</a:t>
            </a:r>
            <a:endParaRPr lang="en-US" b="1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00200"/>
            <a:ext cx="7848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800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Question 6 :</a:t>
            </a:r>
          </a:p>
          <a:p>
            <a:pPr algn="ctr"/>
            <a:endParaRPr lang="en-US" b="1" dirty="0" smtClean="0"/>
          </a:p>
          <a:p>
            <a:pPr algn="ctr"/>
            <a:r>
              <a:rPr lang="en-US" dirty="0" smtClean="0"/>
              <a:t>How to standardize “Sales Date” into proper date format?</a:t>
            </a:r>
            <a:endParaRPr lang="en-US" b="1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981200"/>
            <a:ext cx="7848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28600"/>
            <a:ext cx="800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Before </a:t>
            </a:r>
            <a:r>
              <a:rPr lang="en-US" sz="4400" dirty="0" err="1" smtClean="0"/>
              <a:t>vs</a:t>
            </a:r>
            <a:r>
              <a:rPr lang="en-US" sz="4400" dirty="0" smtClean="0"/>
              <a:t> After Data Cleaning</a:t>
            </a:r>
            <a:endParaRPr lang="en-US" sz="4400" b="1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1565" y="1180002"/>
            <a:ext cx="7368226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58478" y="3757998"/>
            <a:ext cx="7354887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52401" y="1645911"/>
            <a:ext cx="1447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Before Cleaning 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52401" y="4302006"/>
            <a:ext cx="14431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After Cleaning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21927" y="6455220"/>
            <a:ext cx="88696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Note: Data cleaning improved consistency, removed errors, and standardized formats for accurate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447800"/>
            <a:ext cx="8534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206144" y="304800"/>
            <a:ext cx="63246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 smtClean="0"/>
              <a:t>Before </a:t>
            </a:r>
            <a:r>
              <a:rPr lang="en-US" sz="4400" dirty="0" smtClean="0"/>
              <a:t>data Cleaning 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339621"/>
            <a:ext cx="6858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 smtClean="0"/>
              <a:t>After </a:t>
            </a:r>
            <a:r>
              <a:rPr lang="en-US" sz="4400" dirty="0" smtClean="0"/>
              <a:t>Data Cleaning</a:t>
            </a:r>
            <a:endParaRPr lang="en-US" sz="4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610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268</TotalTime>
  <Words>156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Zaheer Shaik</dc:creator>
  <cp:lastModifiedBy>Zaheer Shaik</cp:lastModifiedBy>
  <cp:revision>27</cp:revision>
  <dcterms:created xsi:type="dcterms:W3CDTF">2006-08-16T00:00:00Z</dcterms:created>
  <dcterms:modified xsi:type="dcterms:W3CDTF">2026-03-25T08:24:34Z</dcterms:modified>
</cp:coreProperties>
</file>