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59" r:id="rId3"/>
    <p:sldId id="256" r:id="rId4"/>
    <p:sldId id="257" r:id="rId5"/>
    <p:sldId id="258" r:id="rId6"/>
    <p:sldId id="260" r:id="rId7"/>
    <p:sldId id="261" r:id="rId8"/>
    <p:sldId id="262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67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en-US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25-Mar-26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76400" y="381000"/>
            <a:ext cx="604203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 smtClean="0"/>
              <a:t>SQL Sales Data Cleaning Project</a:t>
            </a:r>
            <a:endParaRPr lang="en-US" sz="3200" dirty="0"/>
          </a:p>
        </p:txBody>
      </p:sp>
      <p:sp>
        <p:nvSpPr>
          <p:cNvPr id="3" name="Rectangle 2"/>
          <p:cNvSpPr/>
          <p:nvPr/>
        </p:nvSpPr>
        <p:spPr>
          <a:xfrm>
            <a:off x="762000" y="1295400"/>
            <a:ext cx="762000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smtClean="0"/>
              <a:t>Objective: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To clean and standardize raw sales data for accurate analysis and reporting.</a:t>
            </a:r>
          </a:p>
          <a:p>
            <a:endParaRPr lang="en-US" sz="1600" dirty="0" smtClean="0"/>
          </a:p>
          <a:p>
            <a:r>
              <a:rPr lang="en-US" sz="1600" b="1" dirty="0" smtClean="0"/>
              <a:t>Tools Used: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SQL</a:t>
            </a:r>
          </a:p>
          <a:p>
            <a:endParaRPr lang="en-US" sz="1600" dirty="0" smtClean="0"/>
          </a:p>
          <a:p>
            <a:r>
              <a:rPr lang="en-US" sz="1600" b="1" dirty="0" smtClean="0"/>
              <a:t>Dataset: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Raw sales dataset containing inconsistent formats, missing values, and data quality issues.</a:t>
            </a:r>
          </a:p>
          <a:p>
            <a:endParaRPr lang="en-US" sz="1600" dirty="0" smtClean="0"/>
          </a:p>
          <a:p>
            <a:r>
              <a:rPr lang="en-US" sz="1600" b="1" dirty="0" smtClean="0"/>
              <a:t>Key Tasks Performed:</a:t>
            </a:r>
            <a:endParaRPr lang="en-US" sz="1600" dirty="0" smtClean="0"/>
          </a:p>
          <a:p>
            <a:r>
              <a:rPr lang="en-US" sz="1600" dirty="0" smtClean="0"/>
              <a:t>Removed extra spaces and special characters</a:t>
            </a:r>
          </a:p>
          <a:p>
            <a:r>
              <a:rPr lang="en-US" sz="1600" dirty="0" smtClean="0"/>
              <a:t>Handled missing (NULL) values</a:t>
            </a:r>
          </a:p>
          <a:p>
            <a:r>
              <a:rPr lang="en-US" sz="1600" dirty="0" smtClean="0"/>
              <a:t>Standardized date and status formats</a:t>
            </a:r>
          </a:p>
          <a:p>
            <a:r>
              <a:rPr lang="en-US" sz="1600" dirty="0" smtClean="0"/>
              <a:t>Cleaned currency values and converted to numeric</a:t>
            </a:r>
          </a:p>
          <a:p>
            <a:r>
              <a:rPr lang="en-US" sz="1600" dirty="0" smtClean="0"/>
              <a:t>Validated data for accuracy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19200" y="457200"/>
            <a:ext cx="701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Question 1 :</a:t>
            </a:r>
          </a:p>
          <a:p>
            <a:pPr algn="ctr"/>
            <a:endParaRPr lang="en-US" b="1" dirty="0" smtClean="0"/>
          </a:p>
          <a:p>
            <a:pPr algn="ctr"/>
            <a:r>
              <a:rPr lang="en-US" dirty="0" smtClean="0"/>
              <a:t>How to create a backup copy of the original dataset before performing data cleaning?</a:t>
            </a:r>
            <a:endParaRPr lang="en-US" b="1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4000" y="1905000"/>
            <a:ext cx="6096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533400" y="4267200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dirty="0" smtClean="0"/>
              <a:t>  Created a backup table to keep original data safe before starting data cleaning.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19200" y="457200"/>
            <a:ext cx="701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Question 2 :</a:t>
            </a:r>
          </a:p>
          <a:p>
            <a:pPr algn="ctr"/>
            <a:endParaRPr lang="en-US" b="1" dirty="0" smtClean="0"/>
          </a:p>
          <a:p>
            <a:pPr algn="ctr"/>
            <a:r>
              <a:rPr lang="en-US" b="1" dirty="0" smtClean="0"/>
              <a:t>Are there any duplicate Order IDs in the dataset?</a:t>
            </a:r>
            <a:endParaRPr lang="en-US" b="1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05000" y="4419600"/>
            <a:ext cx="43434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990600" y="5410200"/>
            <a:ext cx="640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b="1" dirty="0" smtClean="0"/>
              <a:t>  There are no duplicate Order ID in given dataset.</a:t>
            </a:r>
            <a:endParaRPr lang="en-US" b="1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14400" y="1676400"/>
            <a:ext cx="6934200" cy="1981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19200" y="457200"/>
            <a:ext cx="701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Question 3 :</a:t>
            </a:r>
          </a:p>
          <a:p>
            <a:pPr algn="ctr"/>
            <a:endParaRPr lang="en-US" b="1" dirty="0" smtClean="0"/>
          </a:p>
          <a:p>
            <a:pPr algn="ctr"/>
            <a:r>
              <a:rPr lang="en-US" dirty="0" smtClean="0"/>
              <a:t>How to remove “Extra spaces” and “special characters” from Data?</a:t>
            </a:r>
            <a:endParaRPr lang="en-US" b="1" dirty="0"/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47800" y="2057400"/>
            <a:ext cx="6172200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19200" y="457200"/>
            <a:ext cx="701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Question 4 :</a:t>
            </a:r>
          </a:p>
          <a:p>
            <a:pPr algn="ctr"/>
            <a:endParaRPr lang="en-US" b="1" dirty="0" smtClean="0"/>
          </a:p>
          <a:p>
            <a:pPr algn="ctr"/>
            <a:r>
              <a:rPr lang="en-US" dirty="0" smtClean="0"/>
              <a:t>How to handle missing values in Quantity column?</a:t>
            </a:r>
            <a:endParaRPr lang="en-US" b="1" dirty="0" smtClean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3000" y="1905000"/>
            <a:ext cx="7086600" cy="289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8001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Question 5 :</a:t>
            </a:r>
          </a:p>
          <a:p>
            <a:pPr algn="ctr"/>
            <a:endParaRPr lang="en-US" b="1" dirty="0" smtClean="0"/>
          </a:p>
          <a:p>
            <a:pPr algn="ctr"/>
            <a:r>
              <a:rPr lang="en-US" dirty="0" smtClean="0"/>
              <a:t>How to standardize inconsistent Order Status, Category, Product values?</a:t>
            </a:r>
            <a:endParaRPr lang="en-US" b="1" dirty="0" smtClean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9600" y="1600200"/>
            <a:ext cx="4038600" cy="472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86400" y="2013855"/>
            <a:ext cx="914400" cy="426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5562600" y="1565364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Before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010400" y="2031272"/>
            <a:ext cx="990600" cy="4217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7010400" y="1574073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After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8001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Question 6 :</a:t>
            </a:r>
          </a:p>
          <a:p>
            <a:pPr algn="ctr"/>
            <a:endParaRPr lang="en-US" b="1" dirty="0" smtClean="0"/>
          </a:p>
          <a:p>
            <a:pPr algn="ctr"/>
            <a:r>
              <a:rPr lang="en-US" dirty="0" smtClean="0"/>
              <a:t>How to standardize “Sales Date” into proper date format?</a:t>
            </a:r>
            <a:endParaRPr lang="en-US" b="1" dirty="0" smtClean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85800" y="1600200"/>
            <a:ext cx="3962400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10200" y="1981200"/>
            <a:ext cx="1143000" cy="439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239000" y="1981200"/>
            <a:ext cx="10668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5519055" y="1565364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Before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350051" y="1574073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After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28600"/>
            <a:ext cx="8001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Before </a:t>
            </a:r>
            <a:r>
              <a:rPr lang="en-US" sz="4400" dirty="0" err="1" smtClean="0"/>
              <a:t>vs</a:t>
            </a:r>
            <a:r>
              <a:rPr lang="en-US" sz="4400" dirty="0" smtClean="0"/>
              <a:t> After Data Cleaning</a:t>
            </a:r>
            <a:endParaRPr lang="en-US" sz="4400" b="1" dirty="0" smtClean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1565" y="1180002"/>
            <a:ext cx="7368226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58478" y="3757998"/>
            <a:ext cx="7354887" cy="2638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152401" y="1645911"/>
            <a:ext cx="1447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smtClean="0"/>
              <a:t>Before Cleaning </a:t>
            </a:r>
            <a:endParaRPr lang="en-US" sz="2400" dirty="0"/>
          </a:p>
        </p:txBody>
      </p:sp>
      <p:sp>
        <p:nvSpPr>
          <p:cNvPr id="6" name="Rectangle 5"/>
          <p:cNvSpPr/>
          <p:nvPr/>
        </p:nvSpPr>
        <p:spPr>
          <a:xfrm>
            <a:off x="152401" y="4302006"/>
            <a:ext cx="144317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smtClean="0"/>
              <a:t>After Cleaning</a:t>
            </a:r>
            <a:endParaRPr lang="en-US" sz="2400" dirty="0"/>
          </a:p>
        </p:txBody>
      </p:sp>
      <p:sp>
        <p:nvSpPr>
          <p:cNvPr id="7" name="Rectangle 6"/>
          <p:cNvSpPr/>
          <p:nvPr/>
        </p:nvSpPr>
        <p:spPr>
          <a:xfrm>
            <a:off x="121927" y="6455220"/>
            <a:ext cx="886967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/>
              <a:t>Note: Data cleaning improved consistency, removed errors, and standardized formats for accurate analysis.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04800" y="1447800"/>
            <a:ext cx="8534400" cy="518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Rectangle 2"/>
          <p:cNvSpPr/>
          <p:nvPr/>
        </p:nvSpPr>
        <p:spPr>
          <a:xfrm>
            <a:off x="1206144" y="304800"/>
            <a:ext cx="63246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dirty="0" smtClean="0"/>
              <a:t>Before data Cleaning 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90600" y="339621"/>
            <a:ext cx="68580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dirty="0" smtClean="0"/>
              <a:t>After Data Cleaning</a:t>
            </a:r>
            <a:endParaRPr lang="en-US" sz="4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04800" y="1371600"/>
            <a:ext cx="86106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pex">
  <a:themeElements>
    <a:clrScheme name="Apex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Apex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286</TotalTime>
  <Words>160</Words>
  <Application>Microsoft Office PowerPoint</Application>
  <PresentationFormat>On-screen Show (4:3)</PresentationFormat>
  <Paragraphs>43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Apex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Zaheer Shaik</dc:creator>
  <cp:lastModifiedBy>Zaheer Shaik</cp:lastModifiedBy>
  <cp:revision>30</cp:revision>
  <dcterms:created xsi:type="dcterms:W3CDTF">2006-08-16T00:00:00Z</dcterms:created>
  <dcterms:modified xsi:type="dcterms:W3CDTF">2026-03-25T10:09:39Z</dcterms:modified>
</cp:coreProperties>
</file>